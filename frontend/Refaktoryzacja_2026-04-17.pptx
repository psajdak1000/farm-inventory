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6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2286000" cy="411480"/>
          </a:xfrm>
          <a:prstGeom prst="rect">
            <a:avLst/>
          </a:prstGeom>
          <a:solidFill>
            <a:srgbClr val="31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9B4FA"/>
                </a:solidFill>
              </a:rPr>
              <a:t>17 KWIETNIA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Refaktoryzacja Projektu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89B4FA"/>
                </a:solidFill>
              </a:rPr>
              <a:t>Inwentarz Gospodarstwo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572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Standaryzacja kodu · Aktualizacja zależności · Lepsza czytelność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5303520" cy="6748272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89B4FA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Refaktoryzacja
PL → 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</a:rPr>
              <a:t>Wszystkie nazwy zmiennych, klas,
funkcji i komentarzy zostały
przetłumaczone na język angielski
zgodnie z najlepszymi praktykami.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5720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Co zostało zmienione: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143000"/>
            <a:ext cx="612648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 dirty="0">
                <a:solidFill>
                  <a:srgbClr val="FFFFFF"/>
                </a:solidFill>
              </a:rPr>
              <a:t>▸ </a:t>
            </a:r>
            <a:r>
              <a:rPr sz="1700" dirty="0" err="1">
                <a:solidFill>
                  <a:srgbClr val="FFFFFF"/>
                </a:solidFill>
              </a:rPr>
              <a:t>Nazwy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zmiennych</a:t>
            </a:r>
            <a:r>
              <a:rPr sz="1700" dirty="0">
                <a:solidFill>
                  <a:srgbClr val="FFFFFF"/>
                </a:solidFill>
              </a:rPr>
              <a:t> (np. </a:t>
            </a:r>
            <a:r>
              <a:rPr sz="1700" dirty="0" err="1">
                <a:solidFill>
                  <a:srgbClr val="FFFFFF"/>
                </a:solidFill>
              </a:rPr>
              <a:t>ilosc</a:t>
            </a:r>
            <a:r>
              <a:rPr sz="1700" dirty="0">
                <a:solidFill>
                  <a:srgbClr val="FFFFFF"/>
                </a:solidFill>
              </a:rPr>
              <a:t> → quantity)</a:t>
            </a:r>
          </a:p>
          <a:p>
            <a:pPr>
              <a:spcBef>
                <a:spcPts val="600"/>
              </a:spcBef>
            </a:pPr>
            <a:r>
              <a:rPr sz="1700" dirty="0">
                <a:solidFill>
                  <a:srgbClr val="FFFFFF"/>
                </a:solidFill>
              </a:rPr>
              <a:t>▸ </a:t>
            </a:r>
            <a:r>
              <a:rPr sz="1700" dirty="0" err="1">
                <a:solidFill>
                  <a:srgbClr val="FFFFFF"/>
                </a:solidFill>
              </a:rPr>
              <a:t>Nazwy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klas</a:t>
            </a:r>
            <a:r>
              <a:rPr sz="1700" dirty="0">
                <a:solidFill>
                  <a:srgbClr val="FFFFFF"/>
                </a:solidFill>
              </a:rPr>
              <a:t> (np. </a:t>
            </a:r>
            <a:r>
              <a:rPr sz="1700" dirty="0" err="1">
                <a:solidFill>
                  <a:srgbClr val="FFFFFF"/>
                </a:solidFill>
              </a:rPr>
              <a:t>Zwierze</a:t>
            </a:r>
            <a:r>
              <a:rPr sz="1700" dirty="0">
                <a:solidFill>
                  <a:srgbClr val="FFFFFF"/>
                </a:solidFill>
              </a:rPr>
              <a:t> → Animal)</a:t>
            </a:r>
          </a:p>
          <a:p>
            <a:pPr>
              <a:spcBef>
                <a:spcPts val="600"/>
              </a:spcBef>
            </a:pPr>
            <a:r>
              <a:rPr sz="1700" dirty="0">
                <a:solidFill>
                  <a:srgbClr val="FFFFFF"/>
                </a:solidFill>
              </a:rPr>
              <a:t>▸ </a:t>
            </a:r>
            <a:r>
              <a:rPr sz="1700" dirty="0" err="1">
                <a:solidFill>
                  <a:srgbClr val="FFFFFF"/>
                </a:solidFill>
              </a:rPr>
              <a:t>Nazwy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funkcji</a:t>
            </a:r>
            <a:r>
              <a:rPr sz="1700" dirty="0">
                <a:solidFill>
                  <a:srgbClr val="FFFFFF"/>
                </a:solidFill>
              </a:rPr>
              <a:t> (np. </a:t>
            </a:r>
            <a:r>
              <a:rPr sz="1700" dirty="0" err="1">
                <a:solidFill>
                  <a:srgbClr val="FFFFFF"/>
                </a:solidFill>
              </a:rPr>
              <a:t>pobierzDane</a:t>
            </a:r>
            <a:r>
              <a:rPr sz="1700" dirty="0">
                <a:solidFill>
                  <a:srgbClr val="FFFFFF"/>
                </a:solidFill>
              </a:rPr>
              <a:t> → </a:t>
            </a:r>
            <a:r>
              <a:rPr sz="1700" dirty="0" err="1">
                <a:solidFill>
                  <a:srgbClr val="FFFFFF"/>
                </a:solidFill>
              </a:rPr>
              <a:t>fetchData</a:t>
            </a:r>
            <a:r>
              <a:rPr sz="1700" dirty="0">
                <a:solidFill>
                  <a:srgbClr val="FFFFFF"/>
                </a:solidFill>
              </a:rPr>
              <a:t>)</a:t>
            </a:r>
          </a:p>
          <a:p>
            <a:pPr>
              <a:spcBef>
                <a:spcPts val="600"/>
              </a:spcBef>
            </a:pPr>
            <a:r>
              <a:rPr sz="1700" dirty="0">
                <a:solidFill>
                  <a:srgbClr val="FFFFFF"/>
                </a:solidFill>
              </a:rPr>
              <a:t>▸ </a:t>
            </a:r>
            <a:r>
              <a:rPr sz="1700" dirty="0" err="1">
                <a:solidFill>
                  <a:srgbClr val="FFFFFF"/>
                </a:solidFill>
              </a:rPr>
              <a:t>Nazwy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kluczy</a:t>
            </a:r>
            <a:r>
              <a:rPr sz="1700" dirty="0">
                <a:solidFill>
                  <a:srgbClr val="FFFFFF"/>
                </a:solidFill>
              </a:rPr>
              <a:t> w </a:t>
            </a:r>
            <a:r>
              <a:rPr sz="1700" dirty="0" err="1">
                <a:solidFill>
                  <a:srgbClr val="FFFFFF"/>
                </a:solidFill>
              </a:rPr>
              <a:t>obiektach</a:t>
            </a:r>
            <a:r>
              <a:rPr sz="1700" dirty="0">
                <a:solidFill>
                  <a:srgbClr val="FFFFFF"/>
                </a:solidFill>
              </a:rPr>
              <a:t> / </a:t>
            </a:r>
            <a:r>
              <a:rPr sz="1700" dirty="0" err="1">
                <a:solidFill>
                  <a:srgbClr val="FFFFFF"/>
                </a:solidFill>
              </a:rPr>
              <a:t>słownikach</a:t>
            </a:r>
            <a:endParaRPr sz="17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700" dirty="0">
                <a:solidFill>
                  <a:srgbClr val="FFFFFF"/>
                </a:solidFill>
              </a:rPr>
              <a:t>▸ </a:t>
            </a:r>
            <a:r>
              <a:rPr sz="1700" dirty="0" err="1">
                <a:solidFill>
                  <a:srgbClr val="FFFFFF"/>
                </a:solidFill>
              </a:rPr>
              <a:t>Nazwy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plików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i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modułów</a:t>
            </a:r>
            <a:endParaRPr sz="1700" dirty="0">
              <a:solidFill>
                <a:srgbClr val="FFFFFF"/>
              </a:solidFill>
            </a:endParaRPr>
          </a:p>
          <a:p>
            <a:pPr>
              <a:spcBef>
                <a:spcPts val="600"/>
              </a:spcBef>
            </a:pPr>
            <a:r>
              <a:rPr sz="1700" dirty="0">
                <a:solidFill>
                  <a:srgbClr val="FFFFFF"/>
                </a:solidFill>
              </a:rPr>
              <a:t>▸ </a:t>
            </a:r>
            <a:r>
              <a:rPr sz="1700" dirty="0" err="1">
                <a:solidFill>
                  <a:srgbClr val="FFFFFF"/>
                </a:solidFill>
              </a:rPr>
              <a:t>Propsy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i</a:t>
            </a:r>
            <a:r>
              <a:rPr sz="1700" dirty="0">
                <a:solidFill>
                  <a:srgbClr val="FFFFFF"/>
                </a:solidFill>
              </a:rPr>
              <a:t> </a:t>
            </a:r>
            <a:r>
              <a:rPr sz="1700" dirty="0" err="1">
                <a:solidFill>
                  <a:srgbClr val="FFFFFF"/>
                </a:solidFill>
              </a:rPr>
              <a:t>stany</a:t>
            </a:r>
            <a:r>
              <a:rPr sz="1700" dirty="0">
                <a:solidFill>
                  <a:srgbClr val="FFFFFF"/>
                </a:solidFill>
              </a:rPr>
              <a:t> w </a:t>
            </a:r>
            <a:r>
              <a:rPr sz="1700" dirty="0" err="1">
                <a:solidFill>
                  <a:srgbClr val="FFFFFF"/>
                </a:solidFill>
              </a:rPr>
              <a:t>komponentach</a:t>
            </a:r>
            <a:r>
              <a:rPr sz="1700" dirty="0">
                <a:solidFill>
                  <a:srgbClr val="FFFFFF"/>
                </a:solidFill>
              </a:rPr>
              <a:t> 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5760720" cy="411480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A6E3A1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Aktualizacja Axios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Zaktualizowano pakiet axios do najnowszej wersji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Przegląd i dostosowanie wywołań API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Poprawiona obsługa błędów (interceptors)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Zgodność z nowymi standardami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200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Korzyści dla projektu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914400"/>
            <a:ext cx="5760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Kod czytelny dla międzynarodowych deweloperów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Łatwiejsza współpraca i code review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Spójność z konwencjami open-source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Bezpieczniejsze i szybsze zapytania HTTP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▸ Mniejszy dług techniczny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343400"/>
            <a:ext cx="12188952" cy="1371600"/>
          </a:xfrm>
          <a:prstGeom prst="rect">
            <a:avLst/>
          </a:prstGeom>
          <a:solidFill>
            <a:srgbClr val="13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</a:rPr>
              <a:t>Dzisiejsza praca przybliża projekt do standardów produkcyjnych
i ułatwia jego dalszy rozwój.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</Words>
  <Application>Microsoft Office PowerPoint</Application>
  <PresentationFormat>Niestandardowy</PresentationFormat>
  <Paragraphs>27</Paragraphs>
  <Slides>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subject/>
  <dc:creator/>
  <cp:keywords/>
  <dc:description>generated using python-pptx</dc:description>
  <cp:lastModifiedBy>Kacper Rodzaj</cp:lastModifiedBy>
  <cp:revision>2</cp:revision>
  <dcterms:created xsi:type="dcterms:W3CDTF">2013-01-27T09:14:16Z</dcterms:created>
  <dcterms:modified xsi:type="dcterms:W3CDTF">2026-04-17T16:18:31Z</dcterms:modified>
  <cp:category/>
</cp:coreProperties>
</file>